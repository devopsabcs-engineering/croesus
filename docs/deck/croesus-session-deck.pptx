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Framing: this is a joint fact-finding session, not a defect report. The Conditional Access block is correct-by-design. We have one open question and two asks that close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cooperative. State plainly that the CA block is not a Desjardins misconfiguration and not an accusation against Croesus.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executive summary. If the session ends after five minutes, these five lines are what must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slide. Showing what we refuse to over-claim earns the right to the ask on slide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 Mathieu for capturing this. Emphasise that this confirms what Croesus said — we are validating the vendor, not contradicting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hypothesis slide. Exactly one branch is true and each has a different, small remediation. Neither is a crisis.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point technically, not accusingly: this is a platform rule, not an opinion. It is also cheap to fix on either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raw Origin header is never a field in the tenant sign-in logs. It exists only on the HTTP request the caller sends to Entra.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redaction rule up front. It is what makes Q7 answerable by a security-conscious vendor.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point: every branch has a small, reversible fix. Nobody needs a re-architecture, and Desjardins does not need to weaken 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order: sign in, Call API, show the evidence panel, then the replay button, then scroll to the registration-fork panel and click through to Q7/Q8.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restating the guardrail. It protects both parties: no premature policy loosening, no premature vendor re-architecture.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the deck itself — every link is clickable in slideshow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roesus-spa.azurewebsites.net" TargetMode="External"/><Relationship Id="rId3" Type="http://schemas.openxmlformats.org/officeDocument/2006/relationships/hyperlink" Target="https://github.com/devopsabcs-engineering/croesus/blob/main/assets/croesus-escalation-packet.md#2-questions-for-croesus" TargetMode="External"/><Relationship Id="rId4" Type="http://schemas.openxmlformats.org/officeDocument/2006/relationships/hyperlink" Target="https://github.com/devopsabcs-engineering/croesus/blob/main/README.md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README.md#who-can-capture-the-token-origin-header" TargetMode="Externa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escalation-packet.md#2-questions-for-croesus" TargetMode="Externa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roesus-spa.azurewebsites.net" TargetMode="External"/><Relationship Id="rId3" Type="http://schemas.openxmlformats.org/officeDocument/2006/relationships/hyperlink" Target="https://github.com/devopsabcs-engineering/croesus/blob/main/docs/obo-demo-guide.md" TargetMode="External"/><Relationship Id="rId4" Type="http://schemas.openxmlformats.org/officeDocument/2006/relationships/hyperlink" Target="https://github.com/devopsabcs-engineering/croesus/blob/main/docs/evidence-narrative.md" TargetMode="External"/><Relationship Id="rId5" Type="http://schemas.openxmlformats.org/officeDocument/2006/relationships/hyperlink" Target="https://github.com/devopsabcs-engineering/croesus/blob/main/scripts/evidence-kql.kusto" TargetMode="Externa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escalation-packet.md#2-questions-for-croesus" TargetMode="External"/><Relationship Id="rId3" Type="http://schemas.openxmlformats.org/officeDocument/2006/relationships/hyperlink" Target="https://github.com/devopsabcs-engineering/croesus/blob/main/assets/croesus-escalation-packet.md" TargetMode="External"/><Relationship Id="rId4" Type="http://schemas.openxmlformats.org/officeDocument/2006/relationships/hyperlink" Target="https://github.com/devopsabcs-engineering/croesus/blob/main/README.md" TargetMode="External"/><Relationship Id="rId5" Type="http://schemas.openxmlformats.org/officeDocument/2006/relationships/hyperlink" Target="https://github.com/devopsabcs-engineering/croesus/blob/main/README.md#who-can-capture-the-token-origin-header" TargetMode="External"/><Relationship Id="rId6" Type="http://schemas.openxmlformats.org/officeDocument/2006/relationships/hyperlink" Target="https://github.com/devopsabcs-engineering/croesus/blob/main/docs/evidence-narrative.md" TargetMode="External"/><Relationship Id="rId7" Type="http://schemas.openxmlformats.org/officeDocument/2006/relationships/hyperlink" Target="https://github.com/devopsabcs-engineering/croesus/blob/main/docs/obo-demo-guide.md" TargetMode="External"/><Relationship Id="rId8" Type="http://schemas.openxmlformats.org/officeDocument/2006/relationships/hyperlink" Target="https://github.com/devopsabcs-engineering/croesus/blob/main/scripts/evidence-kql.kusto" TargetMode="External"/><Relationship Id="rId9" Type="http://schemas.openxmlformats.org/officeDocument/2006/relationships/hyperlink" Target="https://github.com/devopsabcs-engineering/croesus" TargetMode="External"/><Relationship Id="rId10" Type="http://schemas.openxmlformats.org/officeDocument/2006/relationships/hyperlink" Target="https://croesus-spa.azurewebsites.net" TargetMode="External"/><Relationship Id="rId11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0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FC4FF"/>
                </a:solidFill>
                <a:latin typeface="Segoe UI"/>
              </a:rPr>
              <a:t>DESJARDINS — CROESUS — MICROSOFT  |  JOINT WORKING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GPD Central SSO: what the evidence proves,
and the two questions that close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65656"/>
                </a:solidFill>
                <a:latin typeface="Segoe UI"/>
              </a:rPr>
              <a:t>Entra ID app registrations, Conditional Access, and the server-side /token redemption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3 August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Live demo — croesus-spa.azurewebsites.net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Question list (Q1–Q9) on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Full analysis — README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WHY WE ARE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question on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Desjardins users sign in to GPD Central. A </a:t>
            </a:r>
            <a:r>
              <a:rPr sz="1900" b="1">
                <a:solidFill>
                  <a:srgbClr val="1A1A1A"/>
                </a:solidFill>
                <a:latin typeface="Segoe UI"/>
              </a:rPr>
              <a:t>second, non-interactive sign-in</a:t>
            </a:r>
            <a:r>
              <a:rPr sz="1900" b="0">
                <a:solidFill>
                  <a:srgbClr val="1A1A1A"/>
                </a:solidFill>
                <a:latin typeface="Segoe UI"/>
              </a:rPr>
              <a:t> then arrives from the Croesus AWS backend and is </a:t>
            </a:r>
            <a:r>
              <a:rPr sz="1900" b="1">
                <a:solidFill>
                  <a:srgbClr val="1A1A1A"/>
                </a:solidFill>
                <a:latin typeface="Segoe UI"/>
              </a:rPr>
              <a:t>blocked by Conditional Access</a:t>
            </a:r>
            <a:r>
              <a:rPr sz="1900" b="0">
                <a:solidFill>
                  <a:srgbClr val="1A1A1A"/>
                </a:solidFill>
                <a:latin typeface="Segoe UI"/>
              </a:rPr>
              <a:t> in non-prod.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1">
                <a:solidFill>
                  <a:srgbClr val="1A1A1A"/>
                </a:solidFill>
                <a:latin typeface="Segoe UI"/>
              </a:rPr>
              <a:t>One question: is that expected OAuth behaviour, or a misconfiguration?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The answer decides the remedy — an </a:t>
            </a:r>
            <a:r>
              <a:rPr sz="1900" b="1">
                <a:solidFill>
                  <a:srgbClr val="1A1A1A"/>
                </a:solidFill>
                <a:latin typeface="Segoe UI"/>
              </a:rPr>
              <a:t>internal Desjardins change</a:t>
            </a:r>
            <a:r>
              <a:rPr sz="1900" b="0">
                <a:solidFill>
                  <a:srgbClr val="1A1A1A"/>
                </a:solidFill>
                <a:latin typeface="Segoe UI"/>
              </a:rPr>
              <a:t> or a </a:t>
            </a:r>
            <a:r>
              <a:rPr sz="1900" b="1">
                <a:solidFill>
                  <a:srgbClr val="1A1A1A"/>
                </a:solidFill>
                <a:latin typeface="Segoe UI"/>
              </a:rPr>
              <a:t>vendor-side change at Croesus</a:t>
            </a:r>
            <a:r>
              <a:rPr sz="1900" b="0">
                <a:solidFill>
                  <a:srgbClr val="1A1A1A"/>
                </a:solidFill>
                <a:latin typeface="Segoe UI"/>
              </a:rPr>
              <a:t>.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Nobody is at fault yet. The block is a Zero Trust control working as designed; the open item is what the blocked call actually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WHERE WE STAND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Bottom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Conditional Access block is </a:t>
            </a:r>
            <a:r>
              <a:rPr sz="1700" b="1">
                <a:solidFill>
                  <a:srgbClr val="1A1A1A"/>
                </a:solidFill>
                <a:latin typeface="Segoe UI"/>
              </a:rPr>
              <a:t>correct-by-design</a:t>
            </a:r>
            <a:r>
              <a:rPr sz="1700" b="0">
                <a:solidFill>
                  <a:srgbClr val="1A1A1A"/>
                </a:solidFill>
                <a:latin typeface="Segoe UI"/>
              </a:rPr>
              <a:t>. CA reacts to the origin and context of the request, not to the grant type.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/token redemption is now </a:t>
            </a:r>
            <a:r>
              <a:rPr sz="1700" b="1">
                <a:solidFill>
                  <a:srgbClr val="1A1A1A"/>
                </a:solidFill>
                <a:latin typeface="Segoe UI"/>
              </a:rPr>
              <a:t>confirmed server-side</a:t>
            </a:r>
            <a:r>
              <a:rPr sz="1700" b="0">
                <a:solidFill>
                  <a:srgbClr val="1A1A1A"/>
                </a:solidFill>
                <a:latin typeface="Segoe UI"/>
              </a:rPr>
              <a:t> — a Desjardins browser trace shows /authorize but no /token. This corroborates Croesus.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grant is </a:t>
            </a:r>
            <a:r>
              <a:rPr sz="1700" b="1">
                <a:solidFill>
                  <a:srgbClr val="1A1A1A"/>
                </a:solidFill>
                <a:latin typeface="Segoe UI"/>
              </a:rPr>
              <a:t>still not classified</a:t>
            </a:r>
            <a:r>
              <a:rPr sz="1700" b="0">
                <a:solidFill>
                  <a:srgbClr val="1A1A1A"/>
                </a:solidFill>
                <a:latin typeface="Segoe UI"/>
              </a:rPr>
              <a:t> from a captured request. /token is the normal endpoint for code redemption and refresh — it is not evidence of On-Behalf-Of.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“Unbound (1008)” line is a </a:t>
            </a:r>
            <a:r>
              <a:rPr sz="1700" b="1">
                <a:solidFill>
                  <a:srgbClr val="1A1A1A"/>
                </a:solidFill>
                <a:latin typeface="Segoe UI"/>
              </a:rPr>
              <a:t>device- and session-binding status</a:t>
            </a:r>
            <a:r>
              <a:rPr sz="1700" b="0">
                <a:solidFill>
                  <a:srgbClr val="1A1A1A"/>
                </a:solidFill>
                <a:latin typeface="Segoe UI"/>
              </a:rPr>
              <a:t>, not proof of token replay and not a grant classifier.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Next: resolve the fork with </a:t>
            </a:r>
            <a:r>
              <a:rPr sz="1700" b="1">
                <a:solidFill>
                  <a:srgbClr val="1A1A1A"/>
                </a:solidFill>
                <a:latin typeface="Segoe UI"/>
              </a:rPr>
              <a:t>Q7 and Q8</a:t>
            </a:r>
            <a:r>
              <a:rPr sz="1700" b="0">
                <a:solidFill>
                  <a:srgbClr val="1A1A1A"/>
                </a:solidFill>
                <a:latin typeface="Segoe UI"/>
              </a:rPr>
              <a:t>. Change nothing in Conditional Access until then.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What the evidence does — and does not —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251960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Observation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proves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does NOT prove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Calls to /oauth2/v2.0/token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A token is being requested at the standard endpoint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OBO. Code redemption and refresh use the same endpoint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Sign-in status “Unbound (1008)”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The client is not integrated with the platform broker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token replay. Not a grant type. Out of scope for browser→Graph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Conditional Access blocked the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The request lacked compliant-device context from an untrusted 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Nothing about which grant was used — CA is grant-agnostic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Three exported registrations are ‘spa’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 secret, no certificate, no exposed API scope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the full inventory — other registrations may exist (Q8)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STEP 1 —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New evidence: the browser trace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65656"/>
                </a:solidFill>
                <a:latin typeface="Segoe UI"/>
              </a:rPr>
              <a:t>A Desjardins user captured a HAR of a real Central sign-in.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5257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5257800" cy="63500"/>
          </a:xfrm>
          <a:prstGeom prst="rect">
            <a:avLst/>
          </a:prstGeom>
          <a:solidFill>
            <a:srgbClr val="0A7D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328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A7D28"/>
                </a:solidFill>
                <a:latin typeface="Segoe UI"/>
              </a:rPr>
              <a:t>Present in the trace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480060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/oauth2/v2.0/authorize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 front-channel leg runs in the user's browser, as expected.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331720"/>
            <a:ext cx="5257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2331720"/>
            <a:ext cx="5257800" cy="63500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5328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Absent from the trace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108960"/>
            <a:ext cx="480060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/oauth2/v2.0/token — no occurrence at all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 code leaves the browser but is redeemed elsewhere.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1B3D"/>
                </a:solidFill>
                <a:latin typeface="Segoe UI"/>
              </a:rPr>
              <a:t>Conclusion: the redemption is server-side. This corroborates Olivier's account and rules out browser redemption for this capture.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578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Consequence: Desjardins can no longer observe the Origin header — it now exists only on Croesus's outbound request. Caveat: one sample, one environment.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HYPOTHESIS TO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fork this creates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65656"/>
                </a:solidFill>
                <a:latin typeface="Segoe UI"/>
              </a:rPr>
              <a:t>Microsoft Entra rejects a plain server-side redemption of a ‘spa’ authorization code with AADSTS9002327. A server-side redemption and a spa-only registration cannot both hold.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52578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5257800" cy="63500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5292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Branch A — the redemption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290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Entra returns AADSTS9002327.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A spa public client cannot service a no-Origin redemption. The supported registration shape is missing.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Fix: Croesus registers a ‘web’ confidential client with a certificate credential.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51760"/>
            <a:ext cx="52578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2651760"/>
            <a:ext cx="5257800" cy="63500"/>
          </a:xfrm>
          <a:prstGeom prst="rect">
            <a:avLst/>
          </a:prstGeom>
          <a:solidFill>
            <a:srgbClr val="8A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85292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A6D00"/>
                </a:solidFill>
                <a:latin typeface="Segoe UI"/>
              </a:rPr>
              <a:t>Branch B — the redemption SUCCEEDS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4290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No AADSTS9002327 in the logs.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Then the backend authenticates as a registration outside the three spa exports we were given.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Fix: Croesus discloses the complete inventory (Q8); any accommodation is scoped to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65656"/>
                </a:solidFill>
                <a:latin typeface="Segoe UI"/>
              </a:rPr>
              <a:t>Caveat: if Conditional Access blocks the leg first, the logs show a CA failure code instead — that does not settle the question.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Why the registration shape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160520"/>
              </a:tblGrid>
              <a:tr h="6172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spa (public client)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web (confidential client)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Credential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None — no secret, no certificate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Secret or certificate required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Redeems a code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Only from a cross-origin browser request (Origin header)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From a server, no Origin required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Server-side redemption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Rejected: AADSTS9002327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Supported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Exposed API scope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None in the three exports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Required for On-Behalf-Of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What we hold today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All three: dev-dev, dev-prod, prod-prod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None disclosed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1B3D"/>
                </a:solidFill>
                <a:latin typeface="Segoe UI"/>
              </a:rPr>
              <a:t>“Tokens issued for the 'Single-Page Application' client-type may only be redeemed via cross-origin requests.”  — AADSTS9002327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OWNERSHIP OF THE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Who can answer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291840"/>
                <a:gridCol w="2971800"/>
              </a:tblGrid>
              <a:tr h="6172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Question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Who can answer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Origin header on a browser-side /token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 — browser DevTools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Ruled out — no /token in the HAR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Origin header on the server-side /token call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 only — their outbound request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Q7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Did the second leg succeed or fail with AADSTS9002327?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 — own Entra sign-in logs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Complete registration / service-principal inventory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Q8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AWS egress IP ranges, intended flow definition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Q4, Q1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715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latin typeface="Segoe UI"/>
                <a:hlinkClick r:id="rId2"/>
              </a:rPr>
              <a:t>Details: README — Who can capture the /token Origin header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WHAT WE NEED FROM CROESUS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asks: Q7 and Q8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5257800" cy="6350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756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7C0"/>
                </a:solidFill>
                <a:latin typeface="Segoe UI"/>
              </a:rPr>
              <a:t>Q7 — one redacted /token 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80060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For one successful and one failing transaction: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Is an Origin header present?  •  grant_type  •  client_id  •  redirect URI  •  client-authentication method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Presence indicators or SHA-256 hashes only. Never raw codes, tokens, secrets, or assertions.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74519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63640" y="1874519"/>
            <a:ext cx="5257800" cy="6350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756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7C0"/>
                </a:solidFill>
                <a:latin typeface="Segoe UI"/>
              </a:rPr>
              <a:t>Q8 — complete registration 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51760"/>
            <a:ext cx="480060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Every app registration and service principal GPD Central uses, across environments.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Including any confidential web/API registration that is not among the three spa exports we hold.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Promoted to equal priority by the server-side finding.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Also open: Q1 intended flow  •  Q4 AWS egress ranges  •  Q5 cross-tenant device compliance  •  Q6 token-binding compatibility  •  Q9 Central vs Conseiller parity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715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latin typeface="Segoe UI"/>
                <a:hlinkClick r:id="rId2"/>
              </a:rPr>
              <a:t>▶  Full question list Q1–Q9 on GitHub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ONCE THE FORK IS RESOLVED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Remediation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Classify first.</a:t>
            </a:r>
            <a:r>
              <a:rPr sz="1700" b="0">
                <a:solidFill>
                  <a:srgbClr val="1A1A1A"/>
                </a:solidFill>
                <a:latin typeface="Segoe UI"/>
              </a:rPr>
              <a:t> No Conditional Access change, no AWS IP allowlist, and no OBO mandate until the grant is known.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Branch A → register a web confidential client.</a:t>
            </a:r>
            <a:r>
              <a:rPr sz="1700" b="0">
                <a:solidFill>
                  <a:srgbClr val="1A1A1A"/>
                </a:solidFill>
                <a:latin typeface="Segoe UI"/>
              </a:rPr>
              <a:t> A certificate credential on the Croesus side. Smallest possible change; no Desjardins policy change needed.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Branch B → scope to the disclosed registration.</a:t>
            </a:r>
            <a:r>
              <a:rPr sz="1700" b="0">
                <a:solidFill>
                  <a:srgbClr val="1A1A1A"/>
                </a:solidFill>
                <a:latin typeface="Segoe UI"/>
              </a:rPr>
              <a:t> Apply any accommodation to that specific service principal rather than to a broad IP range.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Prefer B2B ‘Trust compliant devices’ over a broad CA exception.</a:t>
            </a:r>
            <a:r>
              <a:rPr sz="1700" b="0">
                <a:solidFill>
                  <a:srgbClr val="1A1A1A"/>
                </a:solidFill>
                <a:latin typeface="Segoe UI"/>
              </a:rPr>
              <a:t> It preserves the device-compliance signal instead of discarding it.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On-Behalf-Of is an option, not a requirement.</a:t>
            </a:r>
            <a:r>
              <a:rPr sz="1700" b="0">
                <a:solidFill>
                  <a:srgbClr val="1A1A1A"/>
                </a:solidFill>
                <a:latin typeface="Segoe UI"/>
              </a:rPr>
              <a:t> It applies only if a genuine confidential middle tier is proven — which requires an exposed API scope and a credential.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REFERENCE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working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0">
                <a:solidFill>
                  <a:srgbClr val="1A1A1A"/>
                </a:solidFill>
                <a:latin typeface="Segoe UI"/>
              </a:rPr>
              <a:t>A live SPA + API in a Microsoft demo tenant that makes the flow shapes observable — nothing runs against Desjardins or Croesus tenants.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Wrong vs right: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token replay to Microsoft Graph is rejected on audience, while a real On-Behalf-Of exchange issues a distinct, separately audienced token.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The registration fork: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panel walks through spa vs web and the AADSTS9002327 behaviour, with direct links to Q7 and Q8.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Token inspector and evidence panel:</a:t>
            </a:r>
            <a:r>
              <a:rPr sz="1600" b="0">
                <a:solidFill>
                  <a:srgbClr val="1A1A1A"/>
                </a:solidFill>
                <a:latin typeface="Segoe UI"/>
              </a:rPr>
              <a:t> decoded claims show audience binding rather than a reused bearer.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Tier 2 exhibits (gated):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server-side replay control, and a report-only Token Protection policy that reproduces the real 1008 signal on a supported resource.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406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Open the demo — croesus-spa.azurewebsites.net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521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Demo walkthrough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5440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Evidence narrative (Q‑by‑Q mapping)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5852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5"/>
              </a:rPr>
              <a:t>▶  Evidence KQL queries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LEAVING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Next steps and owners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1737360"/>
                <a:gridCol w="3611880"/>
              </a:tblGrid>
              <a:tr h="6172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Owner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Closes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Query Entra sign-in logs for the server-side leg: success vs AADSTS9002327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Narrows the fork without the vendor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one redacted /token capture (hashes / presence only)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Q7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the complete registration and service-principal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AWS egress IP ranges and the intended flow definition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Q4, Q1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Choose the minimum remediation once the branch is known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The escalation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Guardrail until then: do not change Conditional Access, do not allowlist the AWS egress IPs, and do not mandate On-Behalf-Of.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EVERYTHING REFERENCED IN THIS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Links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Question list Q1–Q9 (escalation packet)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Escalation packet — full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Full analysis — README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5"/>
              </a:rPr>
              <a:t>▶  Who can capture the /token Origin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6"/>
              </a:rPr>
              <a:t>▶  Evidence narrative — question-by-question mapping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7"/>
              </a:rPr>
              <a:t>▶  On-Behalf-Of demo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8"/>
              </a:rPr>
              <a:t>▶  Evidence KQL queries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9"/>
              </a:rPr>
              <a:t>▶  Repository — devopsabcs-engineering/croesus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5321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10"/>
              </a:rPr>
              <a:t>▶  Live demo application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